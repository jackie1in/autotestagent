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F7FA"/>
                </a:solidFill>
                <a:latin typeface="Microsoft YaHei"/>
              </a:defRPr>
            </a:pPr>
            <a:r>
              <a:t>Graph Agent 自动测绘系统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7FA"/>
                </a:solidFill>
                <a:latin typeface="Microsoft YaHei"/>
              </a:defRPr>
            </a:pPr>
            <a:r>
              <a:t>基于 LLM + 知识图谱的 Web 应用自动化探索与建模方案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  <a:latin typeface="Microsoft YaHei"/>
              </a:defRPr>
            </a:pPr>
            <a:r>
              <a:t>技术团队  |  2026/04/22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背景与痛点：为什么需要自动测绘？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痛点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现状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应用规模大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管理后台动辄数百页面、数千交互点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人工梳理耗时数周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变更频繁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前端迭代快，UI 结构经常变化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测试用例快速失效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知识流失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业务逻辑分散在代码和文档中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新人上手成本高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回归困难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不清楚改了哪里会影响哪里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回归范围靠猜测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总体架构：四层一体化设计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应用层 — CLI / API / Web 控制台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提供命令行、REST API、可视化界面多种使用方式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协调层 — 会话管理 · 任务调度 · 断点续传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62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智能分配探索任务，支持中断恢复与进度持久化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79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564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智能引擎 — LLM 意图推断 · DOM 分析 · 策略决策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三重识别保障：LLM 语义理解 + CSS 选择器 + JS 启发式扫描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4515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执行层 — 浏览器自动化 (Playwright)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395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真实浏览器操作，支持 SPA 路由感知与多 iframe 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6072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3387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知识层 — Neo4j 图数据库 · 状态-转移图谱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35508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4282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结构化存储应用状态、交互路径、业务意图与验证点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菜单体系：发现应用的骨架（新增）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能力层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核心价值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菜单提取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LLM 分析 DOM + CSS Selector 扫描 + JS 递归提取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建立应用导航骨架地图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SPA 菜单遍历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逐一点击菜单 → 捕获 URL + DOM 指纹 → 生成 State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区分路由变化与内容变化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递归深度探索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递归展开多级菜单 → 逐路径点击 → 返回继续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覆盖嵌套菜单的所有可达页面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链接侦察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从页面元素提取所有 href，作为多页探索线索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发现菜单外的隐藏入口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菜单提取与遍历流程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Step 1: 菜单提取 — 扫描页面导航结构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支持 Ant Design / Element UI / Vuetify / Material UI 等 12 类框架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双重策略：LLM 语义分析优先，DOM 扫描兜底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6207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Step 2: SPA 判断 — 识别单页 vs 多页应用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79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SPA: 点击菜单后 URL 不变或仅有 hash 变化，必须依赖 DOM 指纹区分状态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非 SPA: 直接用 href 生成 State，ID 基于 URL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4515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Step 3: 菜单遍历 — 逐一点击生成初始 State 集合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395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点击后等待渲染 → 捕获 URL + DOM 指纹 → 生成 State → 写入 Neo4j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338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已知的菜单项自动去重，避免重复探索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35508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282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Step 4: 递归深度探索 — 对多级菜单逐路径展开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94944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70225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断点续传支持：记录 explored_paths / pending_paths / state_id_map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核心流程 ①：发现阶段 — 像人一样“看”页面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导航菜单识别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自动提取侧边栏/顶部菜单，支持 Ant Design / Element UI 等框架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建立应用骨架地图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功能区域发现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识别表单、表格、Tab、弹窗、分页器等 12 类功能区域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精准定位交互范围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SPA 路由感知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区分单页应用 vs 多页应用，自动捕获路由变化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适配现代前端架构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核心流程 ②：探索阶段 — ReAct 智能探索循环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观察 (Observe) — 获取当前页面 DOM 快照、URL、标题、元素索引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思考 (Think) — LLM 分析未探索元素，制定下一步行动计划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行动 (Act) — 执行 click / input / select / scroll 等浏览器操作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6207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记录 (Record) — 检测到页面变化时，自动记录 State → Transition →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79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564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1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探索策略：深度优先 · 全元素覆盖 · 安全边界 · 智能回退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核心流程 ③：智能增强 — 让探索“更聪明”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业务意图推断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每次交互后自动识别业务语义，如 user.login.submit、order.list.filter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CAPTCHA 自动识别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检测验证码 → 截图 → LLM Vision 识别 → 自动填充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自动登录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识别登录表单，自动填入环境变量配置的测试账号密码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Waypoint 记忆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基于历史探索知识避免重复路径，优先发现新区域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覆盖率驱动调度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优先探索未覆盖区域，陈旧区域（&gt;7 天）自动重探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数据存储：Neo4j 知识图谱 — 活的业务地图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50292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Microsoft YaHei"/>
              </a:defRPr>
            </a:pPr>
            <a:r>
              <a:t>App（被测应用）— 顶层聚合节点，关联所有 Session 与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Session（探索会话）— 一次完整的测绘任务，记录时间、策略、统计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State（页面状态）— URL + DOM 指纹唯一标识一个可达页面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62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Zone（功能区域）— 绑定到 State 的 12 类功能区域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79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Transition（交互转移）— 用户操作路径，带置信度评分与验证次数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Intent（业务意图）— 可理解的业务行为标签，REALIZES 关系关联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1498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451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Checkpoint（验证点）— 每个转移的前后置校验规则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系统关键特性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断点续传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 10 分钟自动保存进度，中断后可从任务断点恢复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事务安全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单次探索结果批量原子写入 Neo4j，失败自动回滚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并发探索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多个 Zone 并行探索，默认并发 3，大站点可扩至 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增量更新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同一 Transition 多次验证后置信度递增，动态内容宽限期保护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冲突解决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相同起终点的多条路径，优先保留更短 Selector，自动降级冗余路径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时间预算控制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会话级总时间预算（默认 6 小时），保障资源可控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预期效果：量化收益对比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人工方式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自动测绘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应用梳理周期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2-3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2-4 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数十倍加速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页面覆盖率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约 60%（易遗漏弹窗/深层路径）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&gt; 95%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大幅提升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用例维护成本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前端变更后全面返工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自动检测变化、增量更新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持续降本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业务知识沉淀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文档分散、易过期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结构化图谱、可追溯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资产化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Microsoft YaHei"/>
              </a:defRPr>
            </a:pPr>
            <a:r>
              <a:t>实施路线：分阶段落地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5F7FA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单页面探索闭环跑通，基础图谱入库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4 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多页面会话协调 + 任务调度 + 覆盖率分析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6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深度探索（表单组合、弹窗全遍历）+ 断点续传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8 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集成测试用例生成、回归路径推荐、可视化大盘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7FA"/>
                </a:solidFill>
                <a:latin typeface="Microsoft YaHei"/>
              </a:defRPr>
            </a:pPr>
            <a:r>
              <a:t>Graph Agent 让机器像测试工程师一样浏览应用、理解业务、记录路径，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Microsoft YaHei"/>
              </a:defRPr>
            </a:pPr>
            <a:r>
              <a:t>最终构建一张实时更新的业务知识图谱。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3774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Microsoft YaHei"/>
              </a:defRPr>
            </a:pPr>
            <a:r>
              <a:t>降本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7FA"/>
                </a:solidFill>
                <a:latin typeface="Microsoft YaHei"/>
              </a:defRPr>
            </a:pPr>
            <a:r>
              <a:t>大幅减少人工梳理</a:t>
            </a:r>
            <a:br/>
            <a:r>
              <a:t>和用例维护成本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657600"/>
            <a:ext cx="2377440" cy="18288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Microsoft YaHei"/>
              </a:defRPr>
            </a:pPr>
            <a:r>
              <a:t>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7FA"/>
                </a:solidFill>
                <a:latin typeface="Microsoft YaHei"/>
              </a:defRPr>
            </a:pPr>
            <a:r>
              <a:t>快速获得应用</a:t>
            </a:r>
            <a:br/>
            <a:r>
              <a:t>完整交互地图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23774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Microsoft YaHei"/>
              </a:defRPr>
            </a:pPr>
            <a:r>
              <a:t>保质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7FA"/>
                </a:solidFill>
                <a:latin typeface="Microsoft YaHei"/>
              </a:defRPr>
            </a:pPr>
            <a:r>
              <a:t>覆盖率驱动</a:t>
            </a:r>
            <a:br/>
            <a:r>
              <a:t>减少遗漏路径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657600"/>
            <a:ext cx="2377440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Microsoft YaHei"/>
              </a:defRPr>
            </a:pPr>
            <a:r>
              <a:t>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7FA"/>
                </a:solidFill>
                <a:latin typeface="Microsoft YaHei"/>
              </a:defRPr>
            </a:pPr>
            <a:r>
              <a:t>业务知识从人脑</a:t>
            </a:r>
            <a:br/>
            <a:r>
              <a:t>转移到图谱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